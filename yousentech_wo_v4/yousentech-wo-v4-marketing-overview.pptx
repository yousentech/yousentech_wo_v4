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64c17803e4c5a" /><Relationship Type="http://schemas.openxmlformats.org/officeDocument/2006/relationships/extended-properties" Target="/docProps/app.xml" Id="Rb4c0503838564f88" /><Relationship Type="http://schemas.openxmlformats.org/officeDocument/2006/relationships/officeDocument" Target="/ppt/presentation.xml" Id="R641c645edca24c3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344d3b05295446f"/>
  </p:sldMasterIdLst>
  <p:notesMasterIdLst>
    <p:notesMasterId xmlns:r="http://schemas.openxmlformats.org/officeDocument/2006/relationships" r:id="Ra4fcd655733b49f1"/>
  </p:notesMasterIdLst>
  <p:sldIdLst>
    <p:sldId xmlns:r="http://schemas.openxmlformats.org/officeDocument/2006/relationships" id="256" r:id="R299134f68bc0413e"/>
    <p:sldId xmlns:r="http://schemas.openxmlformats.org/officeDocument/2006/relationships" id="257" r:id="R4e7d6e1a50d24e59"/>
    <p:sldId xmlns:r="http://schemas.openxmlformats.org/officeDocument/2006/relationships" id="258" r:id="Rf75fda88236042e1"/>
    <p:sldId xmlns:r="http://schemas.openxmlformats.org/officeDocument/2006/relationships" id="259" r:id="R4539c12b937e4e7d"/>
    <p:sldId xmlns:r="http://schemas.openxmlformats.org/officeDocument/2006/relationships" id="260" r:id="R3e41778cada54024"/>
  </p:sldIdLst>
  <p:sldSz cx="12192000" cy="6858000"/>
  <p:notesSz cx="6858000" cy="9144000"/>
  <p:embeddedFontLst>
    <p:embeddedFont>
      <p:font typeface="Lora"/>
      <p:regular xmlns:r="http://schemas.openxmlformats.org/officeDocument/2006/relationships" r:id="Rf1d5086018394469"/>
      <p:bold xmlns:r="http://schemas.openxmlformats.org/officeDocument/2006/relationships" r:id="Re7e564a054e14484"/>
      <p:italic xmlns:r="http://schemas.openxmlformats.org/officeDocument/2006/relationships" r:id="Ra715477601454bf1"/>
      <p:boldItalic xmlns:r="http://schemas.openxmlformats.org/officeDocument/2006/relationships" r:id="R188805ff9bb74c91"/>
    </p:embeddedFont>
    <p:embeddedFont>
      <p:font typeface="OpenAI Sans"/>
      <p:regular xmlns:r="http://schemas.openxmlformats.org/officeDocument/2006/relationships" r:id="R533754756e7a4f57"/>
      <p:bold xmlns:r="http://schemas.openxmlformats.org/officeDocument/2006/relationships" r:id="Rf3567eb0ee224b0a"/>
      <p:italic xmlns:r="http://schemas.openxmlformats.org/officeDocument/2006/relationships" r:id="R5392fe6db86641ea"/>
      <p:boldItalic xmlns:r="http://schemas.openxmlformats.org/officeDocument/2006/relationships" r:id="R33bd075e45214be5"/>
    </p:embeddedFont>
    <p:embeddedFont>
      <p:font typeface="Roboto"/>
      <p:regular xmlns:r="http://schemas.openxmlformats.org/officeDocument/2006/relationships" r:id="R32495a9a91764e90"/>
      <p:bold xmlns:r="http://schemas.openxmlformats.org/officeDocument/2006/relationships" r:id="Rbdeb960c81a4402b"/>
      <p:italic xmlns:r="http://schemas.openxmlformats.org/officeDocument/2006/relationships" r:id="R71059b2c495e41c1"/>
      <p:boldItalic xmlns:r="http://schemas.openxmlformats.org/officeDocument/2006/relationships" r:id="R1e1a9ab9adf74c4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e6d69f9094a80" /><Relationship Type="http://schemas.openxmlformats.org/officeDocument/2006/relationships/slideMaster" Target="/ppt/slideMasters/slideMaster1.xml" Id="R0344d3b05295446f" /><Relationship Type="http://schemas.openxmlformats.org/officeDocument/2006/relationships/notesMaster" Target="/ppt/notesMasters/notesMaster1.xml" Id="Ra4fcd655733b49f1" /><Relationship Type="http://schemas.openxmlformats.org/officeDocument/2006/relationships/presProps" Target="/ppt/presProps.xml" Id="Rd0611f7cfaa14fd9" /><Relationship Type="http://schemas.openxmlformats.org/officeDocument/2006/relationships/viewProps" Target="/ppt/viewProps.xml" Id="Rcd54991e1b1a4585" /><Relationship Type="http://schemas.openxmlformats.org/officeDocument/2006/relationships/tableStyles" Target="/ppt/tableStyles.xml" Id="R33b93e45f5e844b6" /><Relationship Type="http://schemas.openxmlformats.org/officeDocument/2006/relationships/font" Target="/ppt/fonts/font.dat" Id="Rf1d5086018394469" /><Relationship Type="http://schemas.openxmlformats.org/officeDocument/2006/relationships/font" Target="/ppt/fonts/font2.dat" Id="Re7e564a054e14484" /><Relationship Type="http://schemas.openxmlformats.org/officeDocument/2006/relationships/font" Target="/ppt/fonts/font3.dat" Id="Ra715477601454bf1" /><Relationship Type="http://schemas.openxmlformats.org/officeDocument/2006/relationships/font" Target="/ppt/fonts/font4.dat" Id="R188805ff9bb74c91" /><Relationship Type="http://schemas.openxmlformats.org/officeDocument/2006/relationships/font" Target="/ppt/fonts/font5.dat" Id="R533754756e7a4f57" /><Relationship Type="http://schemas.openxmlformats.org/officeDocument/2006/relationships/font" Target="/ppt/fonts/font6.dat" Id="Rf3567eb0ee224b0a" /><Relationship Type="http://schemas.openxmlformats.org/officeDocument/2006/relationships/font" Target="/ppt/fonts/font7.dat" Id="R5392fe6db86641ea" /><Relationship Type="http://schemas.openxmlformats.org/officeDocument/2006/relationships/font" Target="/ppt/fonts/font8.dat" Id="R33bd075e45214be5" /><Relationship Type="http://schemas.openxmlformats.org/officeDocument/2006/relationships/font" Target="/ppt/fonts/font9.dat" Id="R32495a9a91764e90" /><Relationship Type="http://schemas.openxmlformats.org/officeDocument/2006/relationships/font" Target="/ppt/fonts/font10.dat" Id="Rbdeb960c81a4402b" /><Relationship Type="http://schemas.openxmlformats.org/officeDocument/2006/relationships/font" Target="/ppt/fonts/font11.dat" Id="R71059b2c495e41c1" /><Relationship Type="http://schemas.openxmlformats.org/officeDocument/2006/relationships/font" Target="/ppt/fonts/font12.dat" Id="R1e1a9ab9adf74c40" /><Relationship Type="http://schemas.openxmlformats.org/officeDocument/2006/relationships/slide" Target="/ppt/slides/slide1.xml" Id="R299134f68bc0413e" /><Relationship Type="http://schemas.openxmlformats.org/officeDocument/2006/relationships/slide" Target="/ppt/slides/slide2.xml" Id="R4e7d6e1a50d24e59" /><Relationship Type="http://schemas.openxmlformats.org/officeDocument/2006/relationships/slide" Target="/ppt/slides/slide3.xml" Id="Rf75fda88236042e1" /><Relationship Type="http://schemas.openxmlformats.org/officeDocument/2006/relationships/slide" Target="/ppt/slides/slide4.xml" Id="R4539c12b937e4e7d" /><Relationship Type="http://schemas.openxmlformats.org/officeDocument/2006/relationships/slide" Target="/ppt/slides/slide5.xml" Id="R3e41778cada5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b35df7177548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f4d058b004e84" /><Relationship Type="http://schemas.openxmlformats.org/officeDocument/2006/relationships/notesMaster" Target="/ppt/notesMasters/notesMaster1.xml" Id="Rdab40322193a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44816f19a434b" /><Relationship Type="http://schemas.openxmlformats.org/officeDocument/2006/relationships/notesMaster" Target="/ppt/notesMasters/notesMaster1.xml" Id="R282c0969ce37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b9d3663dbb4050" /><Relationship Type="http://schemas.openxmlformats.org/officeDocument/2006/relationships/notesMaster" Target="/ppt/notesMasters/notesMaster1.xml" Id="R7eb055554fc5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2ff63fd9704c2e" /><Relationship Type="http://schemas.openxmlformats.org/officeDocument/2006/relationships/notesMaster" Target="/ppt/notesMasters/notesMaster1.xml" Id="R103790b0a05c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73b0e913964010" /><Relationship Type="http://schemas.openxmlformats.org/officeDocument/2006/relationships/notesMaster" Target="/ppt/notesMasters/notesMaster1.xml" Id="R3685f9a407d3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7582bd3ac4f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1687a8718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c0a46f2824a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b272c5bcd43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0c7347b5544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0d51c10554b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735f47717402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be9f5e1b7411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b4d34b5c546ef" /><Relationship Type="http://schemas.openxmlformats.org/officeDocument/2006/relationships/slideLayout" Target="/ppt/slideLayouts/slideLayout1.xml" Id="Ra185ba4265a64af5" /><Relationship Type="http://schemas.openxmlformats.org/officeDocument/2006/relationships/slideLayout" Target="/ppt/slideLayouts/slideLayout2.xml" Id="Rac656108f3814c23" /><Relationship Type="http://schemas.openxmlformats.org/officeDocument/2006/relationships/slideLayout" Target="/ppt/slideLayouts/slideLayout3.xml" Id="R9908e355bda645f2" /><Relationship Type="http://schemas.openxmlformats.org/officeDocument/2006/relationships/slideLayout" Target="/ppt/slideLayouts/slideLayout4.xml" Id="R9f412a6142d5453c" /><Relationship Type="http://schemas.openxmlformats.org/officeDocument/2006/relationships/slideLayout" Target="/ppt/slideLayouts/slideLayout5.xml" Id="Rb43239dfe1264663" /><Relationship Type="http://schemas.openxmlformats.org/officeDocument/2006/relationships/slideLayout" Target="/ppt/slideLayouts/slideLayout6.xml" Id="R51f0a9dde57945e1" /><Relationship Type="http://schemas.openxmlformats.org/officeDocument/2006/relationships/slideLayout" Target="/ppt/slideLayouts/slideLayout7.xml" Id="R6a778d6293584f3b" /><Relationship Type="http://schemas.openxmlformats.org/officeDocument/2006/relationships/slideLayout" Target="/ppt/slideLayouts/slideLayout8.xml" Id="R8f5fa0b1bcd84f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5ba4265a64af5"/>
    <p:sldLayoutId xmlns:r="http://schemas.openxmlformats.org/officeDocument/2006/relationships" id="2147483650" r:id="Rac656108f3814c23"/>
    <p:sldLayoutId xmlns:r="http://schemas.openxmlformats.org/officeDocument/2006/relationships" id="2147483651" r:id="R9908e355bda645f2"/>
    <p:sldLayoutId xmlns:r="http://schemas.openxmlformats.org/officeDocument/2006/relationships" id="2147483652" r:id="R9f412a6142d5453c"/>
    <p:sldLayoutId xmlns:r="http://schemas.openxmlformats.org/officeDocument/2006/relationships" id="2147483653" r:id="Rb43239dfe1264663"/>
    <p:sldLayoutId xmlns:r="http://schemas.openxmlformats.org/officeDocument/2006/relationships" id="2147483654" r:id="R51f0a9dde57945e1"/>
    <p:sldLayoutId xmlns:r="http://schemas.openxmlformats.org/officeDocument/2006/relationships" id="2147483655" r:id="R6a778d6293584f3b"/>
    <p:sldLayoutId xmlns:r="http://schemas.openxmlformats.org/officeDocument/2006/relationships" id="2147483656" r:id="R8f5fa0b1bcd84f8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a1f117ff4edb" /><Relationship Type="http://schemas.openxmlformats.org/officeDocument/2006/relationships/notesSlide" Target="/ppt/notesSlides/notesSlide1.xml" Id="Rc781b295f73b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d31e7645b4640" /><Relationship Type="http://schemas.openxmlformats.org/officeDocument/2006/relationships/notesSlide" Target="/ppt/notesSlides/notesSlide2.xml" Id="Ree12fbf4167041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ed861072a4c17" /><Relationship Type="http://schemas.openxmlformats.org/officeDocument/2006/relationships/notesSlide" Target="/ppt/notesSlides/notesSlide3.xml" Id="Rc2b6d47fd4e2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2df4fe4e4439e" /><Relationship Type="http://schemas.openxmlformats.org/officeDocument/2006/relationships/notesSlide" Target="/ppt/notesSlides/notesSlide4.xml" Id="R06594368df00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32da017934967" /><Relationship Type="http://schemas.openxmlformats.org/officeDocument/2006/relationships/notesSlide" Target="/ppt/notesSlides/notesSlide5.xml" Id="R1903195d7b184a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نظام العناية بالسيارات
على Odoo 17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تجربة تشغيل متكاملة — من التهيئة الذاتية إلى الربط مع تطبيق Flutter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الرؤية التسويقية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التشغيل السهل هو
ميزة المنتج الأساسية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النظام الجديد لا يكتفي بإدارة أوامر التركيب؛ بل يحوّل المعرفة الفنية المتراكمة إلى خطوات واضحة يستطيع موظف المركز تنفيذها دون الاعتماد المستمر على الدعم الفني.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واجهة عربية، إعدادات جاهزة، وصلاحيات بحسب الدور — مع أساس تقني قابل للتوسع.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الفكرة المحورية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ثلاث ركائز تمنح المشروع قابلية نمو حقيقية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تجربة العميل تبدأ من سهولة التهيئة، وتستمر عبر دورة تشغيل واضحة، وتنتهي بمنصة قابلة للربط مع تطبيقات الجوال.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5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خطوات فقط لتهيئة المركز وبدء العمل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API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بنية جاهزة لتطبيق Flutter دون تكرار منطق الأعمال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RTL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واجهات عربية احترافية لكل دور وظيفي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التهيئة الأولى تختصر التعقيد في قرارات مفهومة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إعداد ذاتي للمركز
دون الرجوع للدعم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1. نشاط المركز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يختار العميل نشاط المركز، وأحجام السيارات، والخدمات والأسعار الأساسية. يقترح النظام قوالب جاهزة، ويحفظ التقدم للمتابعة لاحقًا.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التفاصيل مثل السعر حسب الحجم والعمولات تبقى متاحة كخيارات متقدمة، من دون تعطيل المستخدم الجديد.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2. أحجام السيارات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3. الخدمات والأسعار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4. التشغيل والفوترة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5. المراجعة والتفعيل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خارطة التطوير تربط كل شاشة بقيمة تشغيلية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الأساس والتهيئة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إصلاح البنية والصلاحيات، ثم إطلاق التهيئة الذاتية والقوالب الجاهزة.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أمر التركيب والتنفيذ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استقبال، تسعير، اعتماد، توزيع الفنيين، فحص وتسليم.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التوسع والتكامل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فواتير ومخزون وضمان وعمولات، ثم API وFlutter وترحيل البيانات.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نبني المشروع على مراحل قابلة للاختبار والاعتماد، مع توثيق عربي وعرض تسويقي يتحدث بعد اكتمال كل شاشة.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2026-07-30T12:42:27.2250000Z</dcterms:created>
  <dcterms:modified xsi:type="dcterms:W3CDTF">2026-07-30T12:42:27.2250000Z</dcterms:modified>
</coreProperties>
</file>