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5a7daca5add4a24" /><Relationship Type="http://schemas.openxmlformats.org/officeDocument/2006/relationships/extended-properties" Target="/docProps/app.xml" Id="R43eed10dd2454f2a" /><Relationship Type="http://schemas.openxmlformats.org/officeDocument/2006/relationships/officeDocument" Target="/ppt/presentation.xml" Id="Re8cf78b8d21b4605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24e2419a58b14d23"/>
  </p:sldMasterIdLst>
  <p:notesMasterIdLst>
    <p:notesMasterId xmlns:r="http://schemas.openxmlformats.org/officeDocument/2006/relationships" r:id="R3325fb26d36a49db"/>
  </p:notesMasterIdLst>
  <p:sldIdLst>
    <p:sldId xmlns:r="http://schemas.openxmlformats.org/officeDocument/2006/relationships" id="256" r:id="R892bd86505204b64"/>
    <p:sldId xmlns:r="http://schemas.openxmlformats.org/officeDocument/2006/relationships" id="257" r:id="R6039779fd3874ce8"/>
    <p:sldId xmlns:r="http://schemas.openxmlformats.org/officeDocument/2006/relationships" id="258" r:id="R4bb4ba7e78e7402c"/>
    <p:sldId xmlns:r="http://schemas.openxmlformats.org/officeDocument/2006/relationships" id="259" r:id="R5a334b7edfc146fa"/>
    <p:sldId xmlns:r="http://schemas.openxmlformats.org/officeDocument/2006/relationships" id="260" r:id="R6a12e52e2ee64b9d"/>
  </p:sldIdLst>
  <p:sldSz cx="12192000" cy="6858000"/>
  <p:notesSz cx="6858000" cy="9144000"/>
  <p:embeddedFontLst>
    <p:embeddedFont>
      <p:font typeface="Lora"/>
      <p:regular xmlns:r="http://schemas.openxmlformats.org/officeDocument/2006/relationships" r:id="R993b630c783d455c"/>
      <p:bold xmlns:r="http://schemas.openxmlformats.org/officeDocument/2006/relationships" r:id="R292c8602e4ec4ca9"/>
      <p:italic xmlns:r="http://schemas.openxmlformats.org/officeDocument/2006/relationships" r:id="Re0f38e6087614553"/>
      <p:boldItalic xmlns:r="http://schemas.openxmlformats.org/officeDocument/2006/relationships" r:id="Rb86b7a72fdff4302"/>
    </p:embeddedFont>
    <p:embeddedFont>
      <p:font typeface="OpenAI Sans"/>
      <p:regular xmlns:r="http://schemas.openxmlformats.org/officeDocument/2006/relationships" r:id="R19701cdb63a44e40"/>
      <p:bold xmlns:r="http://schemas.openxmlformats.org/officeDocument/2006/relationships" r:id="Rd0a34568ff6540d4"/>
      <p:italic xmlns:r="http://schemas.openxmlformats.org/officeDocument/2006/relationships" r:id="R3403b7d1ab884215"/>
      <p:boldItalic xmlns:r="http://schemas.openxmlformats.org/officeDocument/2006/relationships" r:id="R325c879a13f44770"/>
    </p:embeddedFont>
    <p:embeddedFont>
      <p:font typeface="Roboto"/>
      <p:regular xmlns:r="http://schemas.openxmlformats.org/officeDocument/2006/relationships" r:id="R026fa9130b6643fa"/>
      <p:bold xmlns:r="http://schemas.openxmlformats.org/officeDocument/2006/relationships" r:id="Rf8079826c0844b60"/>
      <p:italic xmlns:r="http://schemas.openxmlformats.org/officeDocument/2006/relationships" r:id="Rea793b4c8188495a"/>
      <p:boldItalic xmlns:r="http://schemas.openxmlformats.org/officeDocument/2006/relationships" r:id="R9a96f1312b85488a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46e745376cd440f" /><Relationship Type="http://schemas.openxmlformats.org/officeDocument/2006/relationships/slideMaster" Target="/ppt/slideMasters/slideMaster1.xml" Id="R24e2419a58b14d23" /><Relationship Type="http://schemas.openxmlformats.org/officeDocument/2006/relationships/notesMaster" Target="/ppt/notesMasters/notesMaster1.xml" Id="R3325fb26d36a49db" /><Relationship Type="http://schemas.openxmlformats.org/officeDocument/2006/relationships/presProps" Target="/ppt/presProps.xml" Id="Rdc5a13dd5de34215" /><Relationship Type="http://schemas.openxmlformats.org/officeDocument/2006/relationships/viewProps" Target="/ppt/viewProps.xml" Id="R9b3f8647eefd48b5" /><Relationship Type="http://schemas.openxmlformats.org/officeDocument/2006/relationships/tableStyles" Target="/ppt/tableStyles.xml" Id="R4c35bf393ccb49ee" /><Relationship Type="http://schemas.openxmlformats.org/officeDocument/2006/relationships/font" Target="/ppt/fonts/font.dat" Id="R993b630c783d455c" /><Relationship Type="http://schemas.openxmlformats.org/officeDocument/2006/relationships/font" Target="/ppt/fonts/font2.dat" Id="R292c8602e4ec4ca9" /><Relationship Type="http://schemas.openxmlformats.org/officeDocument/2006/relationships/font" Target="/ppt/fonts/font3.dat" Id="Re0f38e6087614553" /><Relationship Type="http://schemas.openxmlformats.org/officeDocument/2006/relationships/font" Target="/ppt/fonts/font4.dat" Id="Rb86b7a72fdff4302" /><Relationship Type="http://schemas.openxmlformats.org/officeDocument/2006/relationships/font" Target="/ppt/fonts/font5.dat" Id="R19701cdb63a44e40" /><Relationship Type="http://schemas.openxmlformats.org/officeDocument/2006/relationships/font" Target="/ppt/fonts/font6.dat" Id="Rd0a34568ff6540d4" /><Relationship Type="http://schemas.openxmlformats.org/officeDocument/2006/relationships/font" Target="/ppt/fonts/font7.dat" Id="R3403b7d1ab884215" /><Relationship Type="http://schemas.openxmlformats.org/officeDocument/2006/relationships/font" Target="/ppt/fonts/font8.dat" Id="R325c879a13f44770" /><Relationship Type="http://schemas.openxmlformats.org/officeDocument/2006/relationships/font" Target="/ppt/fonts/font9.dat" Id="R026fa9130b6643fa" /><Relationship Type="http://schemas.openxmlformats.org/officeDocument/2006/relationships/font" Target="/ppt/fonts/font10.dat" Id="Rf8079826c0844b60" /><Relationship Type="http://schemas.openxmlformats.org/officeDocument/2006/relationships/font" Target="/ppt/fonts/font11.dat" Id="Rea793b4c8188495a" /><Relationship Type="http://schemas.openxmlformats.org/officeDocument/2006/relationships/font" Target="/ppt/fonts/font12.dat" Id="R9a96f1312b85488a" /><Relationship Type="http://schemas.openxmlformats.org/officeDocument/2006/relationships/slide" Target="/ppt/slides/slide1.xml" Id="R892bd86505204b64" /><Relationship Type="http://schemas.openxmlformats.org/officeDocument/2006/relationships/slide" Target="/ppt/slides/slide2.xml" Id="R6039779fd3874ce8" /><Relationship Type="http://schemas.openxmlformats.org/officeDocument/2006/relationships/slide" Target="/ppt/slides/slide3.xml" Id="R4bb4ba7e78e7402c" /><Relationship Type="http://schemas.openxmlformats.org/officeDocument/2006/relationships/slide" Target="/ppt/slides/slide4.xml" Id="R5a334b7edfc146fa" /><Relationship Type="http://schemas.openxmlformats.org/officeDocument/2006/relationships/slide" Target="/ppt/slides/slide5.xml" Id="R6a12e52e2ee64b9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5f2195fdeb4e8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dk1" tx1="lt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2e2c006f234993" /><Relationship Type="http://schemas.openxmlformats.org/officeDocument/2006/relationships/notesMaster" Target="/ppt/notesMasters/notesMaster1.xml" Id="Re79de9a10117447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c3a93e551a643c6" /><Relationship Type="http://schemas.openxmlformats.org/officeDocument/2006/relationships/notesMaster" Target="/ppt/notesMasters/notesMaster1.xml" Id="R28312a963ca842a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67ac55096ee4e3f" /><Relationship Type="http://schemas.openxmlformats.org/officeDocument/2006/relationships/notesMaster" Target="/ppt/notesMasters/notesMaster1.xml" Id="R4d498c24655b483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f9827038a14ead" /><Relationship Type="http://schemas.openxmlformats.org/officeDocument/2006/relationships/notesMaster" Target="/ppt/notesMasters/notesMaster1.xml" Id="R3e3ce65a010149b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7dc99a26c724a2f" /><Relationship Type="http://schemas.openxmlformats.org/officeDocument/2006/relationships/notesMaster" Target="/ppt/notesMasters/notesMaster1.xml" Id="Raa67218d9dfb41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4dccf568674e3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0b7d4843d84d6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39d6caa5c8432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0e9425ab084eb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27e848a05c46d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ccdc188826430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020ebd576942cd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2adfae0c5e4228" /></Relationships>
</file>

<file path=ppt/slideLayouts/slideLayout1.xml><?xml version="1.0" encoding="utf-8"?>
<p:sldLayout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393700" y="1041400"/>
            <a:ext cx="7493000" cy="249149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93700" y="4356100"/>
            <a:ext cx="5537200" cy="16383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0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DCC3060-FADA-4310-30F9-24EC34B5AA8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0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9E7B047-08E6-29C1-F101-C084D555AAC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1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DE564C6-8AA0-935D-A919-07AFA15B33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2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ABE46D3-8F05-1C7F-3EC7-20BFCC76C251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6256618" y="2032000"/>
            <a:ext cx="55372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39D2C21-36BF-25E7-8E97-1D17F313F7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14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E090C5-E6C8-92F2-E8C2-A840B8F1807D}"/>
              </a:ext>
            </a:extLst>
          </p:cNvPr>
          <p:cNvSpPr>
            <a:spLocks xmlns:a="http://schemas.openxmlformats.org/drawingml/2006/main" noGrp="1"/>
          </p:cNvSpPr>
          <p:nvPr>
            <p:ph idx="10"/>
          </p:nvPr>
        </p:nvSpPr>
        <p:spPr>
          <a:xfrm xmlns:a="http://schemas.openxmlformats.org/drawingml/2006/main">
            <a:off x="4318000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15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C6D2D15-AEC2-9F99-316F-C37AF863965D}"/>
              </a:ext>
            </a:extLst>
          </p:cNvPr>
          <p:cNvSpPr>
            <a:spLocks xmlns:a="http://schemas.openxmlformats.org/drawingml/2006/main" noGrp="1"/>
          </p:cNvSpPr>
          <p:nvPr>
            <p:ph idx="11"/>
          </p:nvPr>
        </p:nvSpPr>
        <p:spPr>
          <a:xfrm xmlns:a="http://schemas.openxmlformats.org/drawingml/2006/main">
            <a:off x="8232273" y="2032000"/>
            <a:ext cx="35687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D12C6-B3BC-2F80-A661-00CC228193B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93700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2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2803B-B799-370F-B1B9-EB49CCB10A11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13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FE26095-B1FD-5C7C-C8D6-78ABF739DC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C59174D-4FF5-0FD8-FE78-F71A39E187A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8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4F70A9DA-D783-0627-3166-E13B68C2ADA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34966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9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5BF2647-8E8C-CAEE-896D-0E1567AF7E99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6264413" y="2213811"/>
            <a:ext cx="2595934" cy="37805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>
            <a:lvl1pPr>
              <a:buNone/>
              <a:defRPr sz="1600"/>
            </a:lvl1pPr>
            <a:lvl2pPr>
              <a:buNone/>
              <a:defRPr sz="1600"/>
            </a:lvl2pPr>
            <a:lvl3pPr>
              <a:buNone/>
              <a:defRPr sz="1600"/>
            </a:lvl3pPr>
            <a:lvl4pPr>
              <a:buNone/>
              <a:defRPr sz="1600"/>
            </a:lvl4pPr>
            <a:lvl5pPr>
              <a:buNone/>
              <a:defRPr sz="16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  <p:sp>
        <p:nvSpPr>
          <p:cNvPr id="10" name="Text Placeholder 7">
            <a:extLst xmlns:a="http://schemas.openxmlformats.org/drawingml/2006/main">
              <a:ext uri="{FF2B5EF4-FFF2-40B4-BE49-F238E27FC236}">
                <a16:creationId xmlns:a16="http://schemas.microsoft.com/office/drawing/2014/main" id="{37C6F143-221A-9959-8FBA-B9B1DB6602D0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9205679" y="2213811"/>
            <a:ext cx="2595934" cy="3780589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1800"/>
            </a:lvl1pPr>
            <a:lvl2pPr>
              <a:buNone/>
              <a:defRPr sz="1800"/>
            </a:lvl2pPr>
            <a:lvl3pPr>
              <a:buNone/>
              <a:defRPr sz="1800"/>
            </a:lvl3pPr>
            <a:lvl4pPr>
              <a:buNone/>
              <a:defRPr sz="1800"/>
            </a:lvl4pPr>
            <a:lvl5pPr>
              <a:buNone/>
              <a:defRPr sz="1800"/>
            </a:lvl5pPr>
          </a:lstStyle>
          <a:p xmlns:a="http://schemas.openxmlformats.org/drawingml/2006/main">
            <a:pPr lvl="0">
              <a:buNone/>
            </a:pPr>
            <a:r>
              <a:t>Click to edit Master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Footer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012CBCC-C555-8C11-443D-86D6F7A45CF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8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9B260B-B882-BF7F-1BB1-28B9578A25A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</p:sldLayout>
</file>

<file path=ppt/slideLayouts/slideLayout8.xml><?xml version="1.0" encoding="utf-8"?>
<p:sldLayout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2632aab0c94660" /><Relationship Type="http://schemas.openxmlformats.org/officeDocument/2006/relationships/slideLayout" Target="/ppt/slideLayouts/slideLayout1.xml" Id="Rbfc49d47dddc4068" /><Relationship Type="http://schemas.openxmlformats.org/officeDocument/2006/relationships/slideLayout" Target="/ppt/slideLayouts/slideLayout2.xml" Id="Rfb2499f77eb8481d" /><Relationship Type="http://schemas.openxmlformats.org/officeDocument/2006/relationships/slideLayout" Target="/ppt/slideLayouts/slideLayout3.xml" Id="Rcfc40453273c43ad" /><Relationship Type="http://schemas.openxmlformats.org/officeDocument/2006/relationships/slideLayout" Target="/ppt/slideLayouts/slideLayout4.xml" Id="Rf4730715eb8a44e8" /><Relationship Type="http://schemas.openxmlformats.org/officeDocument/2006/relationships/slideLayout" Target="/ppt/slideLayouts/slideLayout5.xml" Id="Rd938e5130e764703" /><Relationship Type="http://schemas.openxmlformats.org/officeDocument/2006/relationships/slideLayout" Target="/ppt/slideLayouts/slideLayout6.xml" Id="R96ef9fe2ea934051" /><Relationship Type="http://schemas.openxmlformats.org/officeDocument/2006/relationships/slideLayout" Target="/ppt/slideLayouts/slideLayout7.xml" Id="R51af91b73ded4422" /><Relationship Type="http://schemas.openxmlformats.org/officeDocument/2006/relationships/slideLayout" Target="/ppt/slideLayouts/slideLayout8.xml" Id="Rc096201162f7485c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BB87ED2E-D8FF-5C8C-ED50-59BA3091C3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5B0E1CB-6DCA-2E9F-2B74-4309B4084C0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3700" y="2032000"/>
            <a:ext cx="11404600" cy="396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C75650C-2983-5B02-8421-FF18184354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872C88C-1AB3-96BA-C9E5-3435A4BD59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/>
          <a:lstStyle xmlns:a="http://schemas.openxmlformats.org/drawingml/2006/main"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8574A810-7A8E-054F-9F6B-09E9C694ECF9}" type="slidenum">
              <a:t>‹#›</a:t>
            </a:fld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fc49d47dddc4068"/>
    <p:sldLayoutId xmlns:r="http://schemas.openxmlformats.org/officeDocument/2006/relationships" id="2147483650" r:id="Rfb2499f77eb8481d"/>
    <p:sldLayoutId xmlns:r="http://schemas.openxmlformats.org/officeDocument/2006/relationships" id="2147483651" r:id="Rcfc40453273c43ad"/>
    <p:sldLayoutId xmlns:r="http://schemas.openxmlformats.org/officeDocument/2006/relationships" id="2147483652" r:id="Rf4730715eb8a44e8"/>
    <p:sldLayoutId xmlns:r="http://schemas.openxmlformats.org/officeDocument/2006/relationships" id="2147483653" r:id="Rd938e5130e764703"/>
    <p:sldLayoutId xmlns:r="http://schemas.openxmlformats.org/officeDocument/2006/relationships" id="2147483654" r:id="R96ef9fe2ea934051"/>
    <p:sldLayoutId xmlns:r="http://schemas.openxmlformats.org/officeDocument/2006/relationships" id="2147483655" r:id="R51af91b73ded4422"/>
    <p:sldLayoutId xmlns:r="http://schemas.openxmlformats.org/officeDocument/2006/relationships" id="2147483656" r:id="Rc096201162f7485c"/>
  </p:sldLayoutIdLst>
  <p:hf hd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29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userDrawn="1">
          <p15:clr>
            <a:srgbClr xmlns:a="http://schemas.openxmlformats.org/drawingml/2006/main" val="F26B43"/>
          </p15:clr>
        </p15:guide>
        <p15:guide id="2" pos="7680" userDrawn="1">
          <p15:clr>
            <a:srgbClr xmlns:a="http://schemas.openxmlformats.org/drawingml/2006/main" val="F26B43"/>
          </p15:clr>
        </p15:guide>
        <p15:guide id="3" pos="248" userDrawn="1">
          <p15:clr>
            <a:srgbClr xmlns:a="http://schemas.openxmlformats.org/drawingml/2006/main" val="F26B43"/>
          </p15:clr>
        </p15:guide>
        <p15:guide id="4" pos="1264" userDrawn="1">
          <p15:clr>
            <a:srgbClr xmlns:a="http://schemas.openxmlformats.org/drawingml/2006/main" val="F26B43"/>
          </p15:clr>
        </p15:guide>
        <p15:guide id="5" pos="1480" userDrawn="1">
          <p15:clr>
            <a:srgbClr xmlns:a="http://schemas.openxmlformats.org/drawingml/2006/main" val="F26B43"/>
          </p15:clr>
        </p15:guide>
        <p15:guide id="6" pos="2496" userDrawn="1">
          <p15:clr>
            <a:srgbClr xmlns:a="http://schemas.openxmlformats.org/drawingml/2006/main" val="F26B43"/>
          </p15:clr>
        </p15:guide>
        <p15:guide id="7" pos="2712" userDrawn="1">
          <p15:clr>
            <a:srgbClr xmlns:a="http://schemas.openxmlformats.org/drawingml/2006/main" val="F26B43"/>
          </p15:clr>
        </p15:guide>
        <p15:guide id="8" pos="3736" userDrawn="1">
          <p15:clr>
            <a:srgbClr xmlns:a="http://schemas.openxmlformats.org/drawingml/2006/main" val="F26B43"/>
          </p15:clr>
        </p15:guide>
        <p15:guide id="9" pos="3944" userDrawn="1">
          <p15:clr>
            <a:srgbClr xmlns:a="http://schemas.openxmlformats.org/drawingml/2006/main" val="F26B43"/>
          </p15:clr>
        </p15:guide>
        <p15:guide id="10" pos="4968" userDrawn="1">
          <p15:clr>
            <a:srgbClr xmlns:a="http://schemas.openxmlformats.org/drawingml/2006/main" val="F26B43"/>
          </p15:clr>
        </p15:guide>
        <p15:guide id="11" pos="5184" userDrawn="1">
          <p15:clr>
            <a:srgbClr xmlns:a="http://schemas.openxmlformats.org/drawingml/2006/main" val="F26B43"/>
          </p15:clr>
        </p15:guide>
        <p15:guide id="12" pos="6200" userDrawn="1">
          <p15:clr>
            <a:srgbClr xmlns:a="http://schemas.openxmlformats.org/drawingml/2006/main" val="F26B43"/>
          </p15:clr>
        </p15:guide>
        <p15:guide id="13" pos="6416" userDrawn="1">
          <p15:clr>
            <a:srgbClr xmlns:a="http://schemas.openxmlformats.org/drawingml/2006/main" val="F26B43"/>
          </p15:clr>
        </p15:guide>
        <p15:guide id="14" pos="7432" userDrawn="1">
          <p15:clr>
            <a:srgbClr xmlns:a="http://schemas.openxmlformats.org/drawingml/2006/main" val="F26B43"/>
          </p15:clr>
        </p15:guide>
        <p15:guide id="15" orient="horz" userDrawn="1">
          <p15:clr>
            <a:srgbClr xmlns:a="http://schemas.openxmlformats.org/drawingml/2006/main" val="F26B43"/>
          </p15:clr>
        </p15:guide>
        <p15:guide id="17" orient="horz" pos="248" userDrawn="1">
          <p15:clr>
            <a:srgbClr xmlns:a="http://schemas.openxmlformats.org/drawingml/2006/main" val="F26B43"/>
          </p15:clr>
        </p15:guide>
        <p15:guide id="18" orient="horz" pos="656" userDrawn="1">
          <p15:clr>
            <a:srgbClr xmlns:a="http://schemas.openxmlformats.org/drawingml/2006/main" val="F26B43"/>
          </p15:clr>
        </p15:guide>
        <p15:guide id="19" orient="horz" pos="872" userDrawn="1">
          <p15:clr>
            <a:srgbClr xmlns:a="http://schemas.openxmlformats.org/drawingml/2006/main" val="F26B43"/>
          </p15:clr>
        </p15:guide>
        <p15:guide id="20" orient="horz" pos="1280" userDrawn="1">
          <p15:clr>
            <a:srgbClr xmlns:a="http://schemas.openxmlformats.org/drawingml/2006/main" val="F26B43"/>
          </p15:clr>
        </p15:guide>
        <p15:guide id="21" orient="horz" pos="1496" userDrawn="1">
          <p15:clr>
            <a:srgbClr xmlns:a="http://schemas.openxmlformats.org/drawingml/2006/main" val="F26B43"/>
          </p15:clr>
        </p15:guide>
        <p15:guide id="22" orient="horz" pos="1904" userDrawn="1">
          <p15:clr>
            <a:srgbClr xmlns:a="http://schemas.openxmlformats.org/drawingml/2006/main" val="F26B43"/>
          </p15:clr>
        </p15:guide>
        <p15:guide id="23" orient="horz" pos="2120" userDrawn="1">
          <p15:clr>
            <a:srgbClr xmlns:a="http://schemas.openxmlformats.org/drawingml/2006/main" val="F26B43"/>
          </p15:clr>
        </p15:guide>
        <p15:guide id="24" orient="horz" pos="2528" userDrawn="1">
          <p15:clr>
            <a:srgbClr xmlns:a="http://schemas.openxmlformats.org/drawingml/2006/main" val="F26B43"/>
          </p15:clr>
        </p15:guide>
        <p15:guide id="25" orient="horz" pos="2744" userDrawn="1">
          <p15:clr>
            <a:srgbClr xmlns:a="http://schemas.openxmlformats.org/drawingml/2006/main" val="F26B43"/>
          </p15:clr>
        </p15:guide>
        <p15:guide id="26" orient="horz" pos="3152" userDrawn="1">
          <p15:clr>
            <a:srgbClr xmlns:a="http://schemas.openxmlformats.org/drawingml/2006/main" val="F26B43"/>
          </p15:clr>
        </p15:guide>
        <p15:guide id="27" orient="horz" pos="3368" userDrawn="1">
          <p15:clr>
            <a:srgbClr xmlns:a="http://schemas.openxmlformats.org/drawingml/2006/main" val="F26B43"/>
          </p15:clr>
        </p15:guide>
        <p15:guide id="28" orient="horz" pos="3776" userDrawn="1">
          <p15:clr>
            <a:srgbClr xmlns:a="http://schemas.openxmlformats.org/drawingml/2006/main" val="F26B43"/>
          </p15:clr>
        </p15:guide>
        <p15:guide id="29" orient="horz" pos="4088" userDrawn="1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beecda27144ae5" /><Relationship Type="http://schemas.openxmlformats.org/officeDocument/2006/relationships/notesSlide" Target="/ppt/notesSlides/notesSlide1.xml" Id="Rea780db7ba5b4d9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377aeef3764ea9" /><Relationship Type="http://schemas.openxmlformats.org/officeDocument/2006/relationships/notesSlide" Target="/ppt/notesSlides/notesSlide2.xml" Id="R7cc94a5418074ee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63d35c47e2d4142" /><Relationship Type="http://schemas.openxmlformats.org/officeDocument/2006/relationships/notesSlide" Target="/ppt/notesSlides/notesSlide3.xml" Id="Re8c9ec61836e46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87c5eb9dde479b" /><Relationship Type="http://schemas.openxmlformats.org/officeDocument/2006/relationships/notesSlide" Target="/ppt/notesSlides/notesSlide4.xml" Id="Rc91d87c654974a3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0eb7e79669e42ce" /><Relationship Type="http://schemas.openxmlformats.org/officeDocument/2006/relationships/notesSlide" Target="/ppt/notesSlides/notesSlide5.xml" Id="R7ce5e8100db64d2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 3">
            <a:extLst xmlns:a="http://schemas.openxmlformats.org/drawingml/2006/main"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564079" y="2031642"/>
            <a:ext cx="11063842" cy="249149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200">
                <a:latin typeface="Lora"/>
                <a:ea typeface="Lora"/>
                <a:cs typeface="Lora"/>
              </a:rPr>
              <a:t>Car Care Operations
Built on Odoo 17</a:t>
            </a:r>
          </a:p>
        </p:txBody>
      </p:sp>
      <p:sp>
        <p:nvSpPr>
          <p:cNvPr id="13" name="Subtitle 12">
            <a:extLst xmlns:a="http://schemas.openxmlformats.org/drawingml/2006/main">
              <a:ext uri="{FF2B5EF4-FFF2-40B4-BE49-F238E27FC236}">
                <a16:creationId xmlns:a16="http://schemas.microsoft.com/office/drawing/2014/main" id="{8063C0C5-ECDE-60AC-E3F5-DA7ED369D66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398999" y="5045149"/>
            <a:ext cx="7394002" cy="794439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A self-service platform for setup, installation workflows, and future mobile operations</a:t>
            </a:r>
          </a:p>
        </p:txBody>
      </p:sp>
      <p:sp>
        <p:nvSpPr>
          <p:cNvPr id="6" name="Subtitle 4">
            <a:extLst xmlns:a="http://schemas.openxmlformats.org/drawingml/2006/main"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1352742"/>
            <a:ext cx="5702300" cy="3617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>
                <a:solidFill>
                  <a:srgbClr val="FF4709"/>
                </a:solidFill>
                <a:latin typeface="Roboto"/>
                <a:ea typeface="Roboto"/>
                <a:cs typeface="Roboto"/>
              </a:rPr>
              <a:t>Product Vision 2026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Yousentech Car Care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2598689-54C9-18A7-3A19-ED76AA08988F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2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80202" y="1553822"/>
            <a:ext cx="9031596" cy="1262107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600"/>
              <a:t>Ease of operation is
our core product advantage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2147257" y="3329711"/>
            <a:ext cx="7897486" cy="2616365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sz="1800"/>
              <a:t>The platform turns complex car-care workflows into guided actions that teams can complete without continuous technical support.</a:t>
            </a:r>
          </a:p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sz="1800"/>
              <a:t/>
            </a:r>
          </a:p>
          <a:p xmlns:a="http://schemas.openxmlformats.org/drawingml/2006/main">
            <a:pPr marL="0" indent="0" algn="ctr">
              <a:lnSpc>
                <a:spcPct val="114000"/>
              </a:lnSpc>
              <a:spcBef>
                <a:spcPts val="0"/>
              </a:spcBef>
              <a:spcAft>
                <a:spcPts val="1500"/>
              </a:spcAft>
              <a:buNone/>
            </a:pPr>
            <a:r>
              <a:rPr sz="1800"/>
              <a:t>Clear setup, role-based workspaces, and a scalable foundation make daily operations easier from day one.</a:t>
            </a:r>
          </a:p>
        </p:txBody>
      </p:sp>
      <p:sp>
        <p:nvSpPr>
          <p:cNvPr id="3" name="Subtitle 4">
            <a:extLst xmlns:a="http://schemas.openxmlformats.org/drawingml/2006/main">
              <a:ext uri="{FF2B5EF4-FFF2-40B4-BE49-F238E27FC236}">
                <a16:creationId xmlns:a16="http://schemas.microsoft.com/office/drawing/2014/main" id="{3E4FFF9D-7D5C-DB8C-D20B-817FA574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4850" y="1001877"/>
            <a:ext cx="5702300" cy="36179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r>
              <a:rPr sz="2000">
                <a:solidFill>
                  <a:schemeClr val="bg1">
                    <a:lumMod val="65000"/>
                    <a:lumOff val="35000"/>
                  </a:schemeClr>
                </a:solidFill>
                <a:latin typeface="Roboto"/>
                <a:ea typeface="Roboto"/>
                <a:cs typeface="Roboto"/>
              </a:rPr>
              <a:t>Core Thesis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39EA4C82-C623-0196-4A95-876ADF5DEE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Yousentech Car Care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1BCBE750-7048-686D-1472-52C53362D6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202359C0-8A7A-196E-DD58-8E6569619F09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3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1B5D55CD-1C17-7CD8-F26A-2DD65B0676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531203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Three product signals define the opportunity</a:t>
            </a:r>
          </a:p>
        </p:txBody>
      </p:sp>
      <p:sp>
        <p:nvSpPr>
          <p:cNvPr id="7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3A923FEE-B8D2-CD3A-ABBD-21770B40A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50259"/>
            <a:ext cx="6308042" cy="1397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The experience begins with self-service setup, continues through guided operations, and expands into a mobile-ready platform.</a:t>
            </a:r>
          </a:p>
        </p:txBody>
      </p:sp>
      <p:sp>
        <p:nvSpPr>
          <p:cNvPr id="1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71D2425F-989C-9570-E60C-C4CFCBC5F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56" y="3933441"/>
            <a:ext cx="2653334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98018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500" u="none" cap="none">
                <a:ln>
                  <a:noFill/>
                </a:ln>
                <a:solidFill>
                  <a:srgbClr val="FF4305"/>
                </a:solidFill>
              </a:rPr>
              <a:t>5</a:t>
            </a:r>
          </a:p>
        </p:txBody>
      </p:sp>
      <p:sp>
        <p:nvSpPr>
          <p:cNvPr id="1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45FA8062-B7A0-A104-9AAD-F21A3F25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56" y="4975635"/>
            <a:ext cx="2653334" cy="9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guided steps to configure a center and start operating</a:t>
            </a:r>
          </a:p>
        </p:txBody>
      </p:sp>
      <p:sp>
        <p:nvSpPr>
          <p:cNvPr id="15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D7240227-0821-E266-E2C3-115ABA62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280" y="3933441"/>
            <a:ext cx="2653334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98018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500" u="none" cap="none">
                <a:ln>
                  <a:noFill/>
                </a:ln>
                <a:solidFill>
                  <a:srgbClr val="FF4305"/>
                </a:solidFill>
              </a:rPr>
              <a:t>API</a:t>
            </a:r>
          </a:p>
        </p:txBody>
      </p:sp>
      <p:sp>
        <p:nvSpPr>
          <p:cNvPr id="16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0D91BFBF-1C92-F26C-E60C-53D2ABA18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280" y="4975635"/>
            <a:ext cx="2653334" cy="9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ready architecture for Flutter and future integrations</a:t>
            </a:r>
          </a:p>
        </p:txBody>
      </p:sp>
      <p:sp>
        <p:nvSpPr>
          <p:cNvPr id="21" name="Content Placeholder 9">
            <a:extLst xmlns:a="http://schemas.openxmlformats.org/drawingml/2006/main">
              <a:ext uri="{FF2B5EF4-FFF2-40B4-BE49-F238E27FC236}">
                <a16:creationId xmlns:a16="http://schemas.microsoft.com/office/drawing/2014/main" id="{CFE3A416-C709-ABBB-9B4C-F33DBB304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2304" y="3933441"/>
            <a:ext cx="2653334" cy="90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b">
            <a:normAutofit fontScale="98018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2540" marR="0" lvl="0" indent="0" algn="l" defTabSz="9144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prstClr val="black"/>
              </a:buClr>
              <a:buSzPts val="1400"/>
              <a:buNone/>
            </a:pPr>
            <a:r>
              <a:rPr sz="5500" u="none" cap="none">
                <a:ln>
                  <a:noFill/>
                </a:ln>
                <a:solidFill>
                  <a:srgbClr val="FF4305"/>
                </a:solidFill>
              </a:rPr>
              <a:t>RTL</a:t>
            </a:r>
          </a:p>
        </p:txBody>
      </p:sp>
      <p:sp>
        <p:nvSpPr>
          <p:cNvPr id="22" name="Content Placeholder 15">
            <a:extLst xmlns:a="http://schemas.openxmlformats.org/drawingml/2006/main">
              <a:ext uri="{FF2B5EF4-FFF2-40B4-BE49-F238E27FC236}">
                <a16:creationId xmlns:a16="http://schemas.microsoft.com/office/drawing/2014/main" id="{DD9E076D-AB6A-B811-2DCD-DFF548717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2304" y="4975635"/>
            <a:ext cx="2653334" cy="90374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600"/>
              <a:t>role-based experiences designed for Arabic-first operations</a:t>
            </a:r>
          </a:p>
        </p:txBody>
      </p:sp>
    </p:spTree>
    <p:extLst>
      <p:ext uri="{BB962C8B-B14F-4D97-AF65-F5344CB8AC3E}">
        <p14:creationId xmlns:p14="http://schemas.microsoft.com/office/powerpoint/2010/main" val="366718214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Yousentech Car Care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FD6AB9A-5F9E-5F59-51AB-3C8734130965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4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Initial setup becomes a guided business conversation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1722438"/>
            <a:ext cx="5537200" cy="86518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>
                <a:solidFill>
                  <a:srgbClr val="FF4305"/>
                </a:solidFill>
              </a:rPr>
              <a:t>Launch the center
without technical support</a:t>
            </a:r>
          </a:p>
        </p:txBody>
      </p:sp>
      <p:sp>
        <p:nvSpPr>
          <p:cNvPr id="2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990317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1. Choose the business model</a:t>
            </a:r>
          </a:p>
        </p:txBody>
      </p:sp>
      <p:sp>
        <p:nvSpPr>
          <p:cNvPr id="3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015150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2918564"/>
            <a:ext cx="5537200" cy="292349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/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The customer selects the center’s services, vehicle sizes, and starting prices. The system proposes proven defaults and saves progress automatically.</a:t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/>
            </a:r>
          </a:p>
          <a:p xmlns:a="http://schemas.openxmlformats.org/drawingml/2006/main">
            <a:pPr marR="0" lvl="0">
              <a:lnSpc>
                <a:spcPct val="114000"/>
              </a:lnSpc>
              <a:spcAft>
                <a:spcPts val="800"/>
              </a:spcAft>
              <a:buClrTx/>
              <a:buSzTx/>
              <a:buNone/>
            </a:pPr>
            <a:r>
              <a:t>Advanced pricing and commission rules remain available when the business is ready for them.</a:t>
            </a:r>
          </a:p>
        </p:txBody>
      </p:sp>
      <p:sp>
        <p:nvSpPr>
          <p:cNvPr id="16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99916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2. Confirm vehicle sizes</a:t>
            </a:r>
          </a:p>
        </p:txBody>
      </p:sp>
      <p:sp>
        <p:nvSpPr>
          <p:cNvPr id="17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3624749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18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14765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3. Set services and prices</a:t>
            </a:r>
          </a:p>
        </p:txBody>
      </p:sp>
      <p:sp>
        <p:nvSpPr>
          <p:cNvPr id="19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239598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20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8243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4. Configure operations</a:t>
            </a:r>
          </a:p>
        </p:txBody>
      </p:sp>
      <p:sp>
        <p:nvSpPr>
          <p:cNvPr id="21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48491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  <p:sp>
        <p:nvSpPr>
          <p:cNvPr id="23" name="Content Placeholder 10">
            <a:extLst xmlns:a="http://schemas.openxmlformats.org/drawingml/2006/main"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5446664"/>
            <a:ext cx="3911600" cy="548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rmAutofit fontScale="100000"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spcBef>
                <a:spcPts val="0"/>
              </a:spcBef>
              <a:buFontTx/>
              <a:buNone/>
            </a:pPr>
            <a:r>
              <a:rPr sz="1600"/>
              <a:t>5. Review and launch</a:t>
            </a:r>
          </a:p>
        </p:txBody>
      </p:sp>
      <p:sp>
        <p:nvSpPr>
          <p:cNvPr id="24" name="Google Shape;340;p61">
            <a:extLst xmlns:a="http://schemas.openxmlformats.org/drawingml/2006/main"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7725" y="5471497"/>
            <a:ext cx="212551" cy="212470"/>
          </a:xfrm>
          <a:custGeom xmlns:a="http://schemas.openxmlformats.org/drawingml/2006/main"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 xmlns:a="http://schemas.openxmlformats.org/drawingml/2006/main">
            <a:srgbClr val="FF470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38100" tIns="38100" rIns="38100" bIns="3810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Clr>
                <a:srgbClr val="FFFFFF"/>
              </a:buClr>
              <a:buSzPts val="2400"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ADE525C3-6A65-3281-3715-AE2CF21E370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93700" y="6279952"/>
            <a:ext cx="3568700" cy="2412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Yousentech Car Care</a:t>
            </a:r>
          </a:p>
        </p:txBody>
      </p:sp>
      <p:sp>
        <p:nvSpPr>
          <p:cNvPr id="532" name="Google Shape;532;p58">
            <a:extLst xmlns:a="http://schemas.openxmlformats.org/drawingml/2006/main">
              <a:ext uri="{FF2B5EF4-FFF2-40B4-BE49-F238E27FC236}">
                <a16:creationId xmlns:a16="http://schemas.microsoft.com/office/drawing/2014/main" id="{855F9338-C523-361B-6D81-B9AAD76BBB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279332" y="6279294"/>
            <a:ext cx="518968" cy="241240"/>
          </a:xfrm>
        </p:spPr>
        <p:txBody>
          <a:bodyPr xmlns:a="http://schemas.openxmlformats.org/drawingml/2006/main" spcFirstLastPara="1" vert="horz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fld id="{EE5B3003-2C54-13C6-9832-7637201064DE}" type="slidenum">
              <a:rPr>
                <a:solidFill>
                  <a:schemeClr val="bg1">
                    <a:lumMod val="65000"/>
                    <a:lumOff val="35000"/>
                  </a:schemeClr>
                </a:solidFill>
              </a:rPr>
              <a:t>5</a:t>
            </a:fld>
          </a:p>
        </p:txBody>
      </p:sp>
      <p:sp>
        <p:nvSpPr>
          <p:cNvPr id="533" name="Google Shape;533;p58">
            <a:extLst xmlns:a="http://schemas.openxmlformats.org/drawingml/2006/main">
              <a:ext uri="{FF2B5EF4-FFF2-40B4-BE49-F238E27FC236}">
                <a16:creationId xmlns:a16="http://schemas.microsoft.com/office/drawing/2014/main" id="{509200BE-15E5-FE37-6AFE-A51B10E1A9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3700" y="344008"/>
            <a:ext cx="11404600" cy="1047491"/>
          </a:xfr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Every release milestone delivers visible business value</a:t>
            </a:r>
          </a:p>
        </p:txBody>
      </p:sp>
      <p:sp>
        <p:nvSpPr>
          <p:cNvPr id="534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94D83715-924E-FD86-6E33-16B595E7DE7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393700" y="3365500"/>
            <a:ext cx="3568700" cy="2628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>
                <a:solidFill>
                  <a:srgbClr val="FF4709"/>
                </a:solidFill>
              </a:rPr>
              <a:t>Foundation &amp; Setup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sz="1800"/>
              <a:t>Secure architecture, company-aware configuration, and a five-step launch experience.</a:t>
            </a:r>
          </a:p>
        </p:txBody>
      </p:sp>
      <p:sp>
        <p:nvSpPr>
          <p:cNvPr id="2" name="Content Placeholder 1">
            <a:extLst xmlns:a="http://schemas.openxmlformats.org/drawingml/2006/main">
              <a:ext uri="{FF2B5EF4-FFF2-40B4-BE49-F238E27FC236}">
                <a16:creationId xmlns:a16="http://schemas.microsoft.com/office/drawing/2014/main" id="{49D4B6C8-289F-F081-BCAE-309463E70BA1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822960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4709"/>
                </a:solidFill>
              </a:rPr>
              <a:t>Installation Operations</a:t>
            </a:r>
          </a:p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/>
              <a:t>Reception, pricing, approval, technician execution, quality checks, and delivery.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4A749CC-0D72-2ABA-CEDC-7DFC7D138B4B}"/>
              </a:ext>
            </a:extLst>
          </p:cNvPr>
          <p:cNvSpPr>
            <a:spLocks xmlns:a="http://schemas.openxmlformats.org/drawingml/2006/main" noGrp="1"/>
          </p:cNvSpPr>
          <p:nvPr>
            <p:ph idx="4294967295"/>
          </p:nvPr>
        </p:nvSpPr>
        <p:spPr>
          <a:xfrm xmlns:a="http://schemas.openxmlformats.org/drawingml/2006/main">
            <a:off x="4311650" y="3365500"/>
            <a:ext cx="3568700" cy="2628900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>
                <a:solidFill>
                  <a:srgbClr val="FF4709"/>
                </a:solidFill>
              </a:rPr>
              <a:t>Scale &amp; Integration</a:t>
            </a:r>
          </a:p>
          <a:p xmlns:a="http://schemas.openxmlformats.org/drawingml/2006/main">
            <a:pPr marL="0" marR="0" lv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ClrTx/>
              <a:buSzTx/>
              <a:buNone/>
            </a:pPr>
            <a:r>
              <a:rPr sz="1800"/>
              <a:t>Payments, inventory, warranty, commissions, versioned APIs, Flutter, and migration.</a:t>
            </a:r>
          </a:p>
        </p:txBody>
      </p:sp>
      <p:sp>
        <p:nvSpPr>
          <p:cNvPr id="5" name="Google Shape;534;p58">
            <a:extLst xmlns:a="http://schemas.openxmlformats.org/drawingml/2006/main">
              <a:ext uri="{FF2B5EF4-FFF2-40B4-BE49-F238E27FC236}">
                <a16:creationId xmlns:a16="http://schemas.microsoft.com/office/drawing/2014/main" id="{54BF3B54-2B79-13E5-A49F-40DB04B8F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" y="1150259"/>
            <a:ext cx="6308042" cy="139700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vert="horz" wrap="square" lIns="0" tIns="0" rIns="0" bIns="0" anchor="t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  <a:r>
              <a:rPr sz="1800">
                <a:solidFill>
                  <a:schemeClr val="bg1">
                    <a:lumMod val="65000"/>
                    <a:lumOff val="35000"/>
                  </a:schemeClr>
                </a:solidFill>
              </a:rPr>
              <a:t>The roadmap moves from a stable setup foundation to end-to-end installation operations, then expands into finance, inventory, warranty, API, and mobile.</a:t>
            </a:r>
          </a:p>
          <a:p xmlns:a="http://schemas.openxmlformats.org/drawingml/2006/main">
            <a:pPr marL="0" indent="0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93456992"/>
      </p:ext>
    </p:extLst>
  </p:cSld>
</p:sld>
</file>

<file path=ppt/theme/theme1.xml><?xml version="1.0" encoding="utf-8"?>
<a:theme xmlns:a="http://schemas.openxmlformats.org/drawingml/2006/main" name="Default Codex Theme">
  <a:themeElements>
    <a:clrScheme name="Codex Colors">
      <a:dk1>
        <a:srgbClr val="000000"/>
      </a:dk1>
      <a:lt1>
        <a:srgbClr val="FFFFFF"/>
      </a:lt1>
      <a:dk2>
        <a:srgbClr val="00264F"/>
      </a:dk2>
      <a:lt2>
        <a:srgbClr val="D0EDFA"/>
      </a:lt2>
      <a:accent1>
        <a:srgbClr val="6DCBF4"/>
      </a:accent1>
      <a:accent2>
        <a:srgbClr val="3D8DFF"/>
      </a:accent2>
      <a:accent3>
        <a:srgbClr val="47E2C2"/>
      </a:accent3>
      <a:accent4>
        <a:srgbClr val="85DF7B"/>
      </a:accent4>
      <a:accent5>
        <a:srgbClr val="F7CB59"/>
      </a:accent5>
      <a:accent6>
        <a:srgbClr val="F67576"/>
      </a:accent6>
      <a:hlink>
        <a:srgbClr val="000000"/>
      </a:hlink>
      <a:folHlink>
        <a:srgbClr val="0097A7"/>
      </a:folHlink>
    </a:clrScheme>
    <a:fontScheme name="Lora Roboto">
      <a:majorFont>
        <a:latin typeface="Lora"/>
        <a:ea typeface=""/>
        <a:cs typeface=""/>
      </a:majorFont>
      <a:minorFont>
        <a:latin typeface="Roboto"/>
        <a:ea typeface=""/>
        <a:cs typeface=""/>
      </a:minorFont>
    </a:fontScheme>
    <a:fmtScheme name="Codex Colors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2026-07-30T12:50:49.8550000Z</dcterms:created>
  <dcterms:modified xsi:type="dcterms:W3CDTF">2026-07-30T12:50:49.8550000Z</dcterms:modified>
</coreProperties>
</file>